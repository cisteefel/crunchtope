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3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EE53-7EF7-3574-4F2C-7A9D2561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53667-9401-EFEF-8837-1EA1D70FA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68579-3616-71E8-27C3-120476AE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9A83-80A4-9EEC-9BE9-78DA32290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0E809-D528-1366-55E9-0B0EC4230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79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B1E8-0ABF-B48E-BD46-36E81E88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91EBC-7501-5CC6-FBF2-8FC3D171F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506C0-0D40-1699-0D5D-AEAEE953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9076C-282F-2D48-D9C8-78656BD0B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5905F-A7F5-297B-3AD6-6B603536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2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7D3C-1796-A120-C9BD-A717D973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0FDF8-D570-A77D-CC20-6598D146F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1D721-4EE8-EA63-3CFC-148388E1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A76DB-70A0-6370-D922-A2804EBD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4F9BA-C5C0-64A6-537F-9392EB14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4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8300-69C6-0AC1-9F5A-E1884755D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D3C33-4EDA-7B4A-4CE9-FA6B37606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18A29-1ED1-67B5-7739-49B886610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4C53E-67FB-B91E-4C06-BB45F113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E142B-3D13-C805-A582-AC3ABF60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B9EF6-17EF-ED6C-A14B-C20121A6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6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C8BF-AD21-F122-924E-A4CCB45C4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7DB0B-7875-EDBA-1344-56A90B295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839D6-2493-A11B-CF5A-3EEE219B0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0BFB-41F8-9552-ED78-1BA188148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30C8F-F173-1D6C-0E38-F1239C8F0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DF67D-39C9-85C7-663A-9971C761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F4E42-A451-F1A0-C38E-58DF8F75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ED36E-2FA5-F7A9-6AB0-AF5214A4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5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24B6-0469-FF80-74DF-415EAEA18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FFF43-94EF-C222-1E54-DBDFBEF5F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26716C-43EA-924D-57DF-F4D1CCE0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E7D6E-177C-6824-0C4D-3E7DF15C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4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01230-E22C-4DEE-D7DE-44DA66DC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CD751D-1D12-5CE9-A388-6946BDA4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A8021-35EB-B122-9BA0-44D3ED3E3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4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D408-7022-F6EB-F931-B7D9B605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805C8-D021-AFC8-0FCF-B4131A55E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3CB58-DAFA-2D0A-08E5-E9A453D5C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271DB-A9D6-2429-AF77-3986BD61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278F8-398D-B7CF-CCF9-9120CB56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D07F4E-AB70-9793-778D-32E95D1F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0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9A6D-60CA-E0DD-C4BA-E08F175F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971EC-B7B0-DBD2-0FF8-EBD72065ADA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DE61B-7A5A-1E4E-55E4-148BFB8C3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649BF-FE9F-A03B-BB46-D434A29E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06EC3-F3BD-0489-747E-84159106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BA146-936D-45F6-4024-FE2BD6BF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4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0BCD-F069-7ED0-E076-4BC78B5B3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BB254-3120-F052-8AAE-8B29BD4F8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42CE-CDFC-85A3-8569-0A066E32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F014-867C-FF69-44DC-C3F529589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6D036-743E-146B-8C19-ECA5F2F2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835A8-823D-B706-17AC-52059F21C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D9DCE-315D-5C46-8D58-FBD15D67D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77AD2-A95C-EF0F-AD69-27401ECA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9FBDB-9BD2-495D-5C42-5154ACFE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ACBD2-6397-D8B5-2313-26E0334B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1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7544C-5102-0972-AFEB-F593DDA2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A877C-82C4-2B4E-F3C3-25D9E5D30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1FE64-A135-D86A-FA83-6570A0B05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5052E4-81DA-4FED-A57C-61CE665492E7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8D9A7-E8C8-2310-D85D-B0090A3DF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D854B-8BC1-8503-BBED-ECF50C9BD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2EB5D-EB0F-411B-95CC-C13A2266E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5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FAC3EB-E101-598E-AC39-9136DD97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" y="2057400"/>
            <a:ext cx="3115862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64F3CE-F4B1-724C-83D8-7461ACB98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3"/>
          <a:stretch>
            <a:fillRect/>
          </a:stretch>
        </p:blipFill>
        <p:spPr>
          <a:xfrm>
            <a:off x="3115190" y="2057400"/>
            <a:ext cx="2890142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C3FE34-9F02-AF9E-D734-0158961F9B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29"/>
          <a:stretch>
            <a:fillRect/>
          </a:stretch>
        </p:blipFill>
        <p:spPr>
          <a:xfrm>
            <a:off x="6005332" y="2057400"/>
            <a:ext cx="2854844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DACCAE-FB38-084D-DAF2-2D0F00FCB3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13"/>
          <a:stretch>
            <a:fillRect/>
          </a:stretch>
        </p:blipFill>
        <p:spPr>
          <a:xfrm>
            <a:off x="8860176" y="2057400"/>
            <a:ext cx="2967517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86715-B6E3-3C03-FB92-324CABA8BA18}"/>
              </a:ext>
            </a:extLst>
          </p:cNvPr>
          <p:cNvSpPr txBox="1"/>
          <p:nvPr/>
        </p:nvSpPr>
        <p:spPr>
          <a:xfrm>
            <a:off x="4707204" y="503654"/>
            <a:ext cx="3629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0.01 L/s Injection Rate</a:t>
            </a:r>
          </a:p>
        </p:txBody>
      </p:sp>
    </p:spTree>
    <p:extLst>
      <p:ext uri="{BB962C8B-B14F-4D97-AF65-F5344CB8AC3E}">
        <p14:creationId xmlns:p14="http://schemas.microsoft.com/office/powerpoint/2010/main" val="329217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E918A7-0A16-0A53-2B57-2AC270ED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58" y="3926024"/>
            <a:ext cx="3061695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07CB12-BF4C-ADF2-63F5-0A5C9E136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169" y="3926024"/>
            <a:ext cx="3185445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ADB3BE-E1EB-407E-08BB-19D18083E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61" y="3926024"/>
            <a:ext cx="3010828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F1B0CC-DE38-0A80-D6E4-CA842AF62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619" y="685800"/>
            <a:ext cx="3188045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B1AE40-2BB6-5B29-CFEA-E3AD41DAF2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7169" y="685800"/>
            <a:ext cx="3091372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E2157-FF88-2E30-666C-A52D8E8145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951" y="685800"/>
            <a:ext cx="3058515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3065D4-BFD8-6B33-AD2F-A7BCF73B1A5F}"/>
              </a:ext>
            </a:extLst>
          </p:cNvPr>
          <p:cNvSpPr txBox="1"/>
          <p:nvPr/>
        </p:nvSpPr>
        <p:spPr>
          <a:xfrm>
            <a:off x="10689191" y="1725244"/>
            <a:ext cx="1207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26344-71E9-9745-0430-FB221DD41B93}"/>
              </a:ext>
            </a:extLst>
          </p:cNvPr>
          <p:cNvSpPr txBox="1"/>
          <p:nvPr/>
        </p:nvSpPr>
        <p:spPr>
          <a:xfrm>
            <a:off x="10689191" y="5260448"/>
            <a:ext cx="1150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Late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E03EBC-780E-9F5D-D449-140A5BA2CF88}"/>
              </a:ext>
            </a:extLst>
          </p:cNvPr>
          <p:cNvSpPr txBox="1"/>
          <p:nvPr/>
        </p:nvSpPr>
        <p:spPr>
          <a:xfrm>
            <a:off x="4897909" y="132026"/>
            <a:ext cx="309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10 X Injection Rate</a:t>
            </a:r>
          </a:p>
        </p:txBody>
      </p:sp>
    </p:spTree>
    <p:extLst>
      <p:ext uri="{BB962C8B-B14F-4D97-AF65-F5344CB8AC3E}">
        <p14:creationId xmlns:p14="http://schemas.microsoft.com/office/powerpoint/2010/main" val="290276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14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Steefel</dc:creator>
  <cp:lastModifiedBy>Carl Steefel</cp:lastModifiedBy>
  <cp:revision>3</cp:revision>
  <dcterms:created xsi:type="dcterms:W3CDTF">2026-10-11T16:03:56Z</dcterms:created>
  <dcterms:modified xsi:type="dcterms:W3CDTF">2026-10-12T18:53:19Z</dcterms:modified>
</cp:coreProperties>
</file>